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9" r:id="rId2"/>
    <p:sldId id="260" r:id="rId3"/>
    <p:sldId id="261" r:id="rId4"/>
    <p:sldId id="270" r:id="rId5"/>
    <p:sldId id="272" r:id="rId6"/>
    <p:sldId id="263" r:id="rId7"/>
    <p:sldId id="264" r:id="rId8"/>
    <p:sldId id="265" r:id="rId9"/>
    <p:sldId id="273" r:id="rId10"/>
    <p:sldId id="274" r:id="rId11"/>
    <p:sldId id="275" r:id="rId12"/>
    <p:sldId id="276" r:id="rId13"/>
    <p:sldId id="277" r:id="rId14"/>
    <p:sldId id="278" r:id="rId15"/>
    <p:sldId id="281" r:id="rId16"/>
    <p:sldId id="279" r:id="rId17"/>
    <p:sldId id="280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74" autoAdjust="0"/>
    <p:restoredTop sz="92998" autoAdjust="0"/>
  </p:normalViewPr>
  <p:slideViewPr>
    <p:cSldViewPr snapToGrid="0">
      <p:cViewPr varScale="1">
        <p:scale>
          <a:sx n="59" d="100"/>
          <a:sy n="59" d="100"/>
        </p:scale>
        <p:origin x="2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basic of web development introduction to html ,Structure of web pages.</a:t>
          </a:r>
          <a:endParaRPr lang="en-US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Designing the simple static web using html5,implementation forms, tables and multimedia elements, and following proper page.  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CSS for Styling, applying colors, fonts,</a:t>
          </a:r>
        </a:p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layouts, and creating responsive designs for better user experience.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81ED9217-9EA7-4C52-95AD-A648369DD8E8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basics JavaScript  </a:t>
          </a:r>
        </a:p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for interacting ,implementing simple validation and improving webpages and functionality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300" dirty="0"/>
        </a:p>
      </dgm:t>
    </dgm:pt>
    <dgm:pt modelId="{07DF20B8-40E7-4CE5-A983-DE278774310A}" type="parTrans" cxnId="{62906C9D-32D7-4DBD-AED9-DEE93E623FB6}">
      <dgm:prSet/>
      <dgm:spPr/>
      <dgm:t>
        <a:bodyPr/>
        <a:lstStyle/>
        <a:p>
          <a:endParaRPr lang="en-IN"/>
        </a:p>
      </dgm:t>
    </dgm:pt>
    <dgm:pt modelId="{970ECA14-724B-446A-B0C1-3B58E87D56C1}" type="sibTrans" cxnId="{62906C9D-32D7-4DBD-AED9-DEE93E623FB6}">
      <dgm:prSet/>
      <dgm:spPr/>
      <dgm:t>
        <a:bodyPr/>
        <a:lstStyle/>
        <a:p>
          <a:endParaRPr lang="en-IN"/>
        </a:p>
      </dgm:t>
    </dgm:pt>
    <dgm:pt modelId="{12659DC3-E894-433A-9D46-1FAB0490490C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Developing a complete frontend Project ,interacting html, CSS and JavaScript, testing the website and presenting the final output with documentation. </a:t>
          </a:r>
          <a:endParaRPr lang="en-IN" sz="1400" dirty="0"/>
        </a:p>
      </dgm:t>
    </dgm:pt>
    <dgm:pt modelId="{5F424A02-551C-4AFB-BE26-60D3C7F38217}" type="parTrans" cxnId="{55AF77A9-7677-4399-A641-2081AFF27817}">
      <dgm:prSet/>
      <dgm:spPr/>
      <dgm:t>
        <a:bodyPr/>
        <a:lstStyle/>
        <a:p>
          <a:endParaRPr lang="en-IN"/>
        </a:p>
      </dgm:t>
    </dgm:pt>
    <dgm:pt modelId="{FBB19B0C-D9B6-445F-B9D1-C3A38176735B}" type="sibTrans" cxnId="{55AF77A9-7677-4399-A641-2081AFF27817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 custScaleX="93583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1373632C-E89D-42DD-8F58-88BF2B5A87B8}" type="presOf" srcId="{81ED9217-9EA7-4C52-95AD-A648369DD8E8}" destId="{FC0F1314-3294-4A8C-8DCE-EB53E236164C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C63DD4A-53AF-41DD-89BC-BA215F570F00}" type="presOf" srcId="{81ED9217-9EA7-4C52-95AD-A648369DD8E8}" destId="{98225A61-A0EC-450A-BED8-EF2E47E8FD18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F896FD73-9EC7-44ED-ADC6-C6B3BBF7189E}" type="presOf" srcId="{12659DC3-E894-433A-9D46-1FAB0490490C}" destId="{928B615F-0F8D-4140-A638-0FBB8F5BF1E9}" srcOrd="1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62906C9D-32D7-4DBD-AED9-DEE93E623FB6}" srcId="{5E92505A-51E0-4F78-B3C5-704ACF8710DE}" destId="{81ED9217-9EA7-4C52-95AD-A648369DD8E8}" srcOrd="0" destOrd="0" parTransId="{07DF20B8-40E7-4CE5-A983-DE278774310A}" sibTransId="{970ECA14-724B-446A-B0C1-3B58E87D56C1}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55AF77A9-7677-4399-A641-2081AFF27817}" srcId="{65C051F6-A849-4495-A964-CD4C650B9C06}" destId="{12659DC3-E894-433A-9D46-1FAB0490490C}" srcOrd="0" destOrd="0" parTransId="{5F424A02-551C-4AFB-BE26-60D3C7F38217}" sibTransId="{FBB19B0C-D9B6-445F-B9D1-C3A38176735B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75E854C5-B017-488B-98B3-4B7AF77BF09C}" type="presOf" srcId="{12659DC3-E894-433A-9D46-1FAB0490490C}" destId="{8CAE5A4D-0C7B-48A6-917B-0B8433D0574B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Developing a complete frontend Project ,interacting html, CSS and JavaScript, testing the website and presenting the final output with documentation. </a:t>
          </a:r>
          <a:endParaRPr lang="en-IN" sz="1400" kern="1200" dirty="0"/>
        </a:p>
      </dsp:txBody>
      <dsp:txXfrm>
        <a:off x="7335949" y="811638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basics JavaScript  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for interacting ,implementing simple validation and improving webpages and functionality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300" kern="1200" dirty="0"/>
        </a:p>
      </dsp:txBody>
      <dsp:txXfrm>
        <a:off x="6060823" y="811638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CSS for Styling, applying colors, fonts,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layouts, and creating responsive designs for better user experience.</a:t>
          </a: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Designing the simple static web using html5,implementation forms, tables and multimedia elements, and following proper page.  </a:t>
          </a: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104609" y="811638"/>
          <a:ext cx="1196291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basic of web development introduction to html ,Structure of web pages.</a:t>
          </a:r>
          <a:endParaRPr lang="en-US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56462" y="811638"/>
        <a:ext cx="1044438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25/04/2026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A065A35A9E0C0AA2/Documents/acade.docx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017249" y="1911875"/>
            <a:ext cx="5022420" cy="2218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Jerrin </a:t>
            </a:r>
            <a:r>
              <a:rPr lang="en-IN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jeo</a:t>
            </a:r>
            <a:r>
              <a:rPr lang="en-IN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Francis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 tech (Computer Science and Engineering)</a:t>
            </a:r>
            <a:endParaRPr lang="en-US" sz="20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IN" sz="2000" b="1" dirty="0"/>
              <a:t> Asif Mohamed H.B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S. Shakthi &amp; Dr. R. Balakrishnan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Review-5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HOSPITAL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180150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Ruchitha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20221CSE0708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512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r>
              <a:rPr lang="en-US" sz="2400" dirty="0"/>
              <a:t>Rail Wheel Factory (RWF), Yelahanka, Bengaluru, is a premier production unit of </a:t>
            </a:r>
            <a:r>
              <a:rPr lang="en-US" sz="2400" b="1" dirty="0"/>
              <a:t>Indian Railways.</a:t>
            </a:r>
          </a:p>
          <a:p>
            <a:r>
              <a:rPr lang="en-US" sz="2400" dirty="0"/>
              <a:t>RWF plays a vital role in supporting India’s railway infrastructure by adopting modern manufacturing processes along with computerized systems for planning, monitoring, and quality control.</a:t>
            </a:r>
            <a:r>
              <a:rPr lang="en-US" sz="2400" b="1" dirty="0"/>
              <a:t> </a:t>
            </a:r>
          </a:p>
          <a:p>
            <a:r>
              <a:rPr lang="en-US" sz="2400" dirty="0"/>
              <a:t>Aiming to bridge classroom learning with industry needs through hands-on projects and mentorship, often partnering for placements.</a:t>
            </a:r>
          </a:p>
          <a:p>
            <a:r>
              <a:rPr lang="en-US" sz="2400" dirty="0"/>
              <a:t>They provide structured programs and practical experience to build career-ready skills, focusing on bridging the gap between academic knowledge and job market demands. 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953E1-6DAA-8951-46CE-3B80155D7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11658"/>
            <a:ext cx="10439400" cy="42637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Products and Services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91A7F-34EE-817A-D188-9CC780505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288" y="1397285"/>
            <a:ext cx="10593512" cy="4222679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End-to-End Web Solutions</a:t>
            </a:r>
            <a:br>
              <a:rPr lang="en-US" sz="2400" dirty="0"/>
            </a:br>
            <a:r>
              <a:rPr lang="en-US" sz="2400" dirty="0"/>
              <a:t>Building scalable websites and e-commerce platforms tailored to client needs with modern tech stacks.</a:t>
            </a:r>
          </a:p>
          <a:p>
            <a:r>
              <a:rPr lang="en-US" sz="2400" b="1" dirty="0"/>
              <a:t>Technical and Engineering Services</a:t>
            </a:r>
          </a:p>
          <a:p>
            <a:pPr marL="0" indent="0">
              <a:buNone/>
            </a:pPr>
            <a:r>
              <a:rPr lang="en-US" sz="2400" b="1" dirty="0"/>
              <a:t>   </a:t>
            </a:r>
            <a:r>
              <a:rPr lang="en-US" sz="2400" dirty="0"/>
              <a:t>Provides engineering expertise for railway development and modernization.</a:t>
            </a:r>
          </a:p>
          <a:p>
            <a:r>
              <a:rPr lang="en-US" sz="2400" b="1" dirty="0"/>
              <a:t>Maintenance  and Engineering Services</a:t>
            </a:r>
          </a:p>
          <a:p>
            <a:pPr marL="0" indent="0">
              <a:buNone/>
            </a:pPr>
            <a:r>
              <a:rPr lang="en-US" sz="2400" dirty="0"/>
              <a:t>    Maintain railway parts to ensure Safety and reliability.</a:t>
            </a:r>
          </a:p>
          <a:p>
            <a:pPr marL="0" indent="0">
              <a:buNone/>
            </a:pPr>
            <a:r>
              <a:rPr lang="en-US" sz="4000" b="1" dirty="0"/>
              <a:t>. </a:t>
            </a:r>
            <a:r>
              <a:rPr lang="en-US" sz="2400" dirty="0"/>
              <a:t>Ensures operational safety and performance standards.</a:t>
            </a:r>
          </a:p>
          <a:p>
            <a:pPr marL="0" indent="0">
              <a:buNone/>
            </a:pPr>
            <a:r>
              <a:rPr lang="en-US" sz="4000" b="1" dirty="0"/>
              <a:t>.</a:t>
            </a:r>
            <a:r>
              <a:rPr lang="en-US" sz="4000" dirty="0"/>
              <a:t> </a:t>
            </a:r>
            <a:r>
              <a:rPr lang="en-US" sz="2400" dirty="0"/>
              <a:t>Assists in design analysis and process improvement.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62889-1017-51BA-3ABD-C6A19484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94A7A-D6C5-FFDB-5BC2-0F96A500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552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314B-B40C-02FE-D188-B2C38FB37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5437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Working Domain or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2314D-BA1F-DCE3-080D-1A67D8AB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01" y="256855"/>
            <a:ext cx="10757899" cy="5920110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r>
              <a:rPr lang="en-IN" sz="2400" dirty="0"/>
              <a:t> </a:t>
            </a:r>
            <a:r>
              <a:rPr lang="en-IN" sz="2400" b="1" dirty="0"/>
              <a:t>Organization</a:t>
            </a:r>
            <a:r>
              <a:rPr lang="en-IN" sz="2400" dirty="0"/>
              <a:t> : RWF</a:t>
            </a:r>
          </a:p>
          <a:p>
            <a:r>
              <a:rPr lang="en-IN" sz="2400" b="1" dirty="0"/>
              <a:t>Domain </a:t>
            </a:r>
            <a:r>
              <a:rPr lang="en-IN" sz="2400" dirty="0"/>
              <a:t>: Full Stack Web Development</a:t>
            </a:r>
          </a:p>
          <a:p>
            <a:r>
              <a:rPr lang="en-IN" sz="2400" b="1" dirty="0"/>
              <a:t>Technology</a:t>
            </a:r>
            <a:r>
              <a:rPr lang="en-IN" sz="2400" dirty="0"/>
              <a:t>: Database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Technologies &amp; Tools Used</a:t>
            </a:r>
            <a:endParaRPr lang="en-IN" dirty="0"/>
          </a:p>
          <a:p>
            <a:r>
              <a:rPr lang="en-IN" sz="2400" b="1" dirty="0"/>
              <a:t>Frontend Technologies: </a:t>
            </a:r>
            <a:r>
              <a:rPr lang="en-IN" sz="2400" dirty="0"/>
              <a:t>HTML, CSS</a:t>
            </a:r>
          </a:p>
          <a:p>
            <a:r>
              <a:rPr lang="en-IN" sz="2400" dirty="0"/>
              <a:t>Visual Studio Code</a:t>
            </a:r>
          </a:p>
          <a:p>
            <a:r>
              <a:rPr lang="en-IN" sz="2400" dirty="0"/>
              <a:t>Web Browsers</a:t>
            </a:r>
          </a:p>
          <a:p>
            <a:r>
              <a:rPr lang="en-IN" sz="2400" dirty="0"/>
              <a:t>Live Server Extension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83F61-7EA5-CC1B-80ED-2DB548F7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7F9AAF-8735-E565-C8EE-6862A9F0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2791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Structure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work was conducted within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team hierarchy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effective coordination.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Mentor / Reporting Manager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/>
              <a:t>The team consisted of fellow interns and mentors who focused on </a:t>
            </a:r>
            <a:r>
              <a:rPr lang="en-US" sz="2000" b="1" dirty="0"/>
              <a:t>frontend development using HTML, CSS, and basic JavaScript</a:t>
            </a:r>
            <a:r>
              <a:rPr lang="en-US" sz="2000" dirty="0"/>
              <a:t>. </a:t>
            </a:r>
          </a:p>
          <a:p>
            <a:r>
              <a:rPr lang="en-US" sz="2000" dirty="0"/>
              <a:t>My </a:t>
            </a:r>
            <a:r>
              <a:rPr lang="en-US" sz="2000" b="1" dirty="0"/>
              <a:t>reporting manager/mentor</a:t>
            </a:r>
            <a:r>
              <a:rPr lang="en-US" sz="2000" dirty="0"/>
              <a:t> provided clear guidance on project objectives, coding standards, and best practices in web development. </a:t>
            </a:r>
          </a:p>
          <a:p>
            <a:r>
              <a:rPr lang="en-US" sz="2000" dirty="0"/>
              <a:t>Overall, the team environment was professional, learner-friendly, and motivating, which helped me gain practical exposure to frontend web development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One of the initial challenges I faced reminds me of searching for a suitable internship that aligned with my area of interest in web development.</a:t>
            </a:r>
          </a:p>
          <a:p>
            <a:r>
              <a:rPr lang="en-US" sz="2400" b="1" dirty="0"/>
              <a:t>Understanding the Project Structure</a:t>
            </a:r>
            <a:br>
              <a:rPr lang="en-US" sz="2400" dirty="0"/>
            </a:br>
            <a:r>
              <a:rPr lang="en-US" sz="2400" dirty="0"/>
              <a:t>At the beginning, it was difficult to understand how the Hospital Management System was organized, including the frontend, backend, and database connections.</a:t>
            </a:r>
          </a:p>
          <a:p>
            <a:r>
              <a:rPr lang="en-US" sz="2400" b="1" dirty="0"/>
              <a:t>Debugging Errors</a:t>
            </a:r>
            <a:br>
              <a:rPr lang="en-US" sz="2400" dirty="0"/>
            </a:br>
            <a:r>
              <a:rPr lang="en-US" sz="2400" dirty="0"/>
              <a:t>While running the code, several errors occurred such as missing files, incorrect paths, and dependency issues. Identifying and fixing these errors required time and practice.</a:t>
            </a:r>
            <a:r>
              <a:rPr lang="en-US" sz="2400" b="1" dirty="0"/>
              <a:t> </a:t>
            </a:r>
          </a:p>
          <a:p>
            <a:r>
              <a:rPr lang="en-US" sz="2400" b="1" dirty="0"/>
              <a:t>Database Connection</a:t>
            </a:r>
            <a:br>
              <a:rPr lang="en-US" sz="2400" dirty="0"/>
            </a:br>
            <a:r>
              <a:rPr lang="en-US" sz="2400" dirty="0"/>
              <a:t>Connecting the system with the database and storing patient details was a little difficult.</a:t>
            </a:r>
          </a:p>
          <a:p>
            <a:r>
              <a:rPr lang="en-US" sz="2400" b="1" dirty="0"/>
              <a:t>Testing the System</a:t>
            </a:r>
            <a:br>
              <a:rPr lang="en-US" sz="2400" dirty="0"/>
            </a:br>
            <a:r>
              <a:rPr lang="en-US" sz="2400" dirty="0"/>
              <a:t>I had to test the system many times to make sure all modules work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After joining the internship, </a:t>
            </a:r>
            <a:r>
              <a:rPr lang="en-US" b="1" dirty="0"/>
              <a:t>adjusting to the team environment</a:t>
            </a:r>
            <a:r>
              <a:rPr lang="en-US" dirty="0"/>
              <a:t> was also a challenge. </a:t>
            </a: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sz="2400" b="1" dirty="0"/>
              <a:t>To develop an efficient Hospital Management System</a:t>
            </a:r>
            <a:r>
              <a:rPr lang="en-US" sz="2400" dirty="0"/>
              <a:t> that helps manage hospital operations digitally.</a:t>
            </a:r>
          </a:p>
          <a:p>
            <a:r>
              <a:rPr lang="en-US" sz="2400" b="1" dirty="0"/>
              <a:t>To maintain patient records</a:t>
            </a:r>
            <a:r>
              <a:rPr lang="en-US" sz="2400" dirty="0"/>
              <a:t> such as personal details, medical history, and treatment information in a structured database.</a:t>
            </a:r>
          </a:p>
          <a:p>
            <a:r>
              <a:rPr lang="en-US" sz="2400" b="1" dirty="0"/>
              <a:t>To reduce manual paperwork</a:t>
            </a:r>
            <a:r>
              <a:rPr lang="en-US" sz="2400" dirty="0"/>
              <a:t> by automating hospital administrative tasks.</a:t>
            </a:r>
          </a:p>
          <a:p>
            <a:r>
              <a:rPr lang="en-US" sz="2400" b="1" dirty="0"/>
              <a:t>To improve data accuracy and security</a:t>
            </a:r>
            <a:r>
              <a:rPr lang="en-US" sz="2400" dirty="0"/>
              <a:t> using a centralized digital database system.</a:t>
            </a:r>
          </a:p>
          <a:p>
            <a:r>
              <a:rPr lang="en-US" sz="2400" b="1" dirty="0"/>
              <a:t>To manage hospital resources effectively</a:t>
            </a:r>
            <a:r>
              <a:rPr lang="en-US" sz="2400" dirty="0"/>
              <a:t>, including doctors, patients, and appointments.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DFF7E-EB2C-0EE1-3AEA-60A29DFB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770" y="365125"/>
            <a:ext cx="10388029" cy="54927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9922C-94AD-E1A4-6278-BB3F1CAB3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369" y="1212351"/>
            <a:ext cx="10665431" cy="4964612"/>
          </a:xfrm>
        </p:spPr>
        <p:txBody>
          <a:bodyPr/>
          <a:lstStyle/>
          <a:p>
            <a:r>
              <a:rPr lang="en-US" dirty="0"/>
              <a:t>Traditional hospital systems mainly relied on </a:t>
            </a:r>
            <a:r>
              <a:rPr lang="en-US" b="1" dirty="0"/>
              <a:t>manual record keeping</a:t>
            </a:r>
            <a:r>
              <a:rPr lang="en-US" dirty="0"/>
              <a:t>, which often caused errors, data loss, and difficulty in managing large amounts of patient information.</a:t>
            </a:r>
          </a:p>
          <a:p>
            <a:r>
              <a:rPr lang="en-US" dirty="0"/>
              <a:t>Many hospitals have started adopting </a:t>
            </a:r>
            <a:r>
              <a:rPr lang="en-US" b="1" dirty="0"/>
              <a:t>computerized management systems</a:t>
            </a:r>
            <a:r>
              <a:rPr lang="en-US" dirty="0"/>
              <a:t> to improve the efficiency and accuracy of hospital operations.</a:t>
            </a:r>
          </a:p>
          <a:p>
            <a:r>
              <a:rPr lang="en-US" dirty="0"/>
              <a:t>Existing systems demonstrate that </a:t>
            </a:r>
            <a:r>
              <a:rPr lang="en-US" b="1" dirty="0"/>
              <a:t>automation reduces paperwork</a:t>
            </a:r>
            <a:r>
              <a:rPr lang="en-US" dirty="0"/>
              <a:t> and saves time for hospital staff and administrators.</a:t>
            </a:r>
          </a:p>
          <a:p>
            <a:r>
              <a:rPr lang="en-US" dirty="0"/>
              <a:t>Modern hospital management solutions use </a:t>
            </a:r>
            <a:r>
              <a:rPr lang="en-US" b="1" dirty="0"/>
              <a:t>web technologies and database systems</a:t>
            </a:r>
            <a:r>
              <a:rPr lang="en-US" dirty="0"/>
              <a:t> to store and manage healthcare data securely.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A8ACB-EF4E-926C-4DA7-BFFB250F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644F0-3471-B5A9-1A46-0E4F4737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824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6E3E8-DCFF-4225-8A03-02D6BC71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820" y="365126"/>
            <a:ext cx="10685980" cy="51845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D8818-A6FE-CF38-11DC-900F902F8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20" y="1335640"/>
            <a:ext cx="10685981" cy="42226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proposed system is a </a:t>
            </a:r>
            <a:r>
              <a:rPr lang="en-US" b="1" dirty="0"/>
              <a:t>web-based Hospital Management System</a:t>
            </a:r>
            <a:r>
              <a:rPr lang="en-US" dirty="0"/>
              <a:t> designed to manage hospital operations efficiently.</a:t>
            </a:r>
          </a:p>
          <a:p>
            <a:r>
              <a:rPr lang="en-US" dirty="0"/>
              <a:t>The system will </a:t>
            </a:r>
            <a:r>
              <a:rPr lang="en-US" b="1" dirty="0"/>
              <a:t>digitally store patient information</a:t>
            </a:r>
            <a:r>
              <a:rPr lang="en-US" dirty="0"/>
              <a:t>, including personal details, medical history, and treatment records.</a:t>
            </a:r>
          </a:p>
          <a:p>
            <a:r>
              <a:rPr lang="en-US" dirty="0"/>
              <a:t>It allows </a:t>
            </a:r>
            <a:r>
              <a:rPr lang="en-US" b="1" dirty="0"/>
              <a:t>easy registration of patients</a:t>
            </a:r>
            <a:r>
              <a:rPr lang="en-US" dirty="0"/>
              <a:t> and maintains their records in a centralized database.</a:t>
            </a:r>
          </a:p>
          <a:p>
            <a:r>
              <a:rPr lang="en-US" dirty="0"/>
              <a:t>The proposed system will </a:t>
            </a:r>
            <a:r>
              <a:rPr lang="en-US" b="1" dirty="0"/>
              <a:t>reduce paperwork</a:t>
            </a:r>
            <a:r>
              <a:rPr lang="en-US" dirty="0"/>
              <a:t> and manual errors by automating hospital processes.</a:t>
            </a:r>
          </a:p>
          <a:p>
            <a:r>
              <a:rPr lang="en-US" dirty="0"/>
              <a:t>The system ensures </a:t>
            </a:r>
            <a:r>
              <a:rPr lang="en-US" b="1" dirty="0"/>
              <a:t>secure storage of hospital data</a:t>
            </a:r>
            <a:r>
              <a:rPr lang="en-US" dirty="0"/>
              <a:t> using a database management system.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4F80B-E7CC-4036-506B-6284DA8C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51FC3-1E05-587F-7FE3-F8F97179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04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BBC6-F10C-F1E6-9F53-1734D218B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91" y="365125"/>
            <a:ext cx="10634609" cy="66229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3FC5C-AA46-6655-8640-89CC304F8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91" y="1253447"/>
            <a:ext cx="10634609" cy="445898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Hospital Management System</a:t>
            </a:r>
          </a:p>
          <a:p>
            <a:r>
              <a:rPr lang="en-US" dirty="0"/>
              <a:t>Hospitals often use </a:t>
            </a:r>
            <a:r>
              <a:rPr lang="en-US" b="1" dirty="0"/>
              <a:t>manual methods</a:t>
            </a:r>
            <a:r>
              <a:rPr lang="en-US" dirty="0"/>
              <a:t> to manage patient records and hospital data.</a:t>
            </a:r>
          </a:p>
          <a:p>
            <a:r>
              <a:rPr lang="en-US" dirty="0"/>
              <a:t>Manual systems can cause </a:t>
            </a:r>
            <a:r>
              <a:rPr lang="en-US" b="1" dirty="0"/>
              <a:t>errors, data loss, and duplication of information</a:t>
            </a:r>
            <a:r>
              <a:rPr lang="en-US" dirty="0"/>
              <a:t>.</a:t>
            </a:r>
          </a:p>
          <a:p>
            <a:r>
              <a:rPr lang="en-US" dirty="0"/>
              <a:t>Managing </a:t>
            </a:r>
            <a:r>
              <a:rPr lang="en-US" b="1" dirty="0"/>
              <a:t>appointments, patient details, and doctor schedules</a:t>
            </a:r>
            <a:r>
              <a:rPr lang="en-US" dirty="0"/>
              <a:t> becomes difficult.</a:t>
            </a:r>
          </a:p>
          <a:p>
            <a:r>
              <a:rPr lang="en-US" dirty="0"/>
              <a:t>Accessing patient information quickly is </a:t>
            </a:r>
            <a:r>
              <a:rPr lang="en-US" b="1" dirty="0"/>
              <a:t>time-consuming for hospital staff</a:t>
            </a:r>
            <a:r>
              <a:rPr lang="en-US" dirty="0"/>
              <a:t>.</a:t>
            </a:r>
          </a:p>
          <a:p>
            <a:r>
              <a:rPr lang="en-US" dirty="0"/>
              <a:t>There is a need for a </a:t>
            </a:r>
            <a:r>
              <a:rPr lang="en-US" b="1" dirty="0"/>
              <a:t>digital system to manage hospital data efficiently and securely</a:t>
            </a:r>
            <a:r>
              <a:rPr lang="en-US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F90A1-688C-2A2C-27D7-CB525E95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D14B55-70E1-0C17-79CC-F8FBD602D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8834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44B0-327F-FA67-10D2-9AC29E5D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366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F264F-7B56-60F0-2924-EC09E61A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272" y="1345915"/>
            <a:ext cx="10706529" cy="483104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Software Requirements</a:t>
            </a:r>
          </a:p>
          <a:p>
            <a:r>
              <a:rPr lang="en-IN" dirty="0"/>
              <a:t>Operating System: </a:t>
            </a:r>
            <a:r>
              <a:rPr lang="en-IN" b="1" dirty="0"/>
              <a:t>Windows / Linux</a:t>
            </a:r>
            <a:endParaRPr lang="en-IN" dirty="0"/>
          </a:p>
          <a:p>
            <a:r>
              <a:rPr lang="en-IN" dirty="0"/>
              <a:t>Web Browser: </a:t>
            </a:r>
            <a:r>
              <a:rPr lang="en-IN" b="1" dirty="0"/>
              <a:t>Chrome / Firefox</a:t>
            </a:r>
            <a:endParaRPr lang="en-IN" dirty="0"/>
          </a:p>
          <a:p>
            <a:r>
              <a:rPr lang="en-IN" dirty="0"/>
              <a:t>Front-end: </a:t>
            </a:r>
            <a:r>
              <a:rPr lang="en-IN" b="1" dirty="0"/>
              <a:t>HTML, CSS, JavaScript</a:t>
            </a:r>
            <a:endParaRPr lang="en-IN" dirty="0"/>
          </a:p>
          <a:p>
            <a:r>
              <a:rPr lang="en-IN" dirty="0"/>
              <a:t>Back-end: </a:t>
            </a:r>
            <a:r>
              <a:rPr lang="en-IN" b="1" dirty="0"/>
              <a:t>Python / Java</a:t>
            </a:r>
            <a:endParaRPr lang="en-IN" dirty="0"/>
          </a:p>
          <a:p>
            <a:r>
              <a:rPr lang="en-IN" dirty="0"/>
              <a:t>Database: </a:t>
            </a:r>
            <a:r>
              <a:rPr lang="en-IN" b="1" dirty="0"/>
              <a:t>MySQL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DCD63-5BDD-2D77-BE03-50CD0B01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42107-5822-A2CE-58FE-467C1F11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139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860D-BA8A-FC0D-3B5B-CE695CBCB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094" y="365125"/>
            <a:ext cx="10675706" cy="73420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06CF4-D03F-2ECF-D3B9-4C18FFC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915"/>
            <a:ext cx="10515600" cy="4243227"/>
          </a:xfrm>
        </p:spPr>
        <p:txBody>
          <a:bodyPr/>
          <a:lstStyle/>
          <a:p>
            <a:r>
              <a:rPr lang="en-US" b="1" dirty="0"/>
              <a:t>Reduces paperwork</a:t>
            </a:r>
            <a:r>
              <a:rPr lang="en-US" dirty="0"/>
              <a:t> by storing hospital data digitally.</a:t>
            </a:r>
          </a:p>
          <a:p>
            <a:r>
              <a:rPr lang="en-US" b="1" dirty="0"/>
              <a:t>Improves accuracy</a:t>
            </a:r>
            <a:r>
              <a:rPr lang="en-US" dirty="0"/>
              <a:t> in maintaining patient and medical records.</a:t>
            </a:r>
          </a:p>
          <a:p>
            <a:r>
              <a:rPr lang="en-US" dirty="0"/>
              <a:t>Helps in </a:t>
            </a:r>
            <a:r>
              <a:rPr lang="en-US" b="1" dirty="0"/>
              <a:t>efficient management of appointments and schedules</a:t>
            </a:r>
            <a:r>
              <a:rPr lang="en-US" dirty="0"/>
              <a:t>.</a:t>
            </a:r>
          </a:p>
          <a:p>
            <a:r>
              <a:rPr lang="en-US" dirty="0"/>
              <a:t>Provides </a:t>
            </a:r>
            <a:r>
              <a:rPr lang="en-US" b="1" dirty="0"/>
              <a:t>quick access to patient information</a:t>
            </a:r>
            <a:r>
              <a:rPr lang="en-US" dirty="0"/>
              <a:t> for doctors and staff.</a:t>
            </a:r>
          </a:p>
          <a:p>
            <a:r>
              <a:rPr lang="en-US" dirty="0"/>
              <a:t>Saves </a:t>
            </a:r>
            <a:r>
              <a:rPr lang="en-US" b="1" dirty="0"/>
              <a:t>time and effort</a:t>
            </a:r>
            <a:r>
              <a:rPr lang="en-US" dirty="0"/>
              <a:t> for hospital administrators.</a:t>
            </a:r>
          </a:p>
          <a:p>
            <a:r>
              <a:rPr lang="en-US" dirty="0"/>
              <a:t>Helps in </a:t>
            </a:r>
            <a:r>
              <a:rPr lang="en-US" b="1" dirty="0"/>
              <a:t>better communication between doctors, patients, and staff</a:t>
            </a:r>
            <a:r>
              <a:rPr lang="en-US" dirty="0"/>
              <a:t>.</a:t>
            </a:r>
          </a:p>
          <a:p>
            <a:r>
              <a:rPr lang="en-US" dirty="0"/>
              <a:t>Enhances the </a:t>
            </a:r>
            <a:r>
              <a:rPr lang="en-US" b="1" dirty="0"/>
              <a:t>quality of healthcare services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F05F5-610B-BC2D-295B-F6F43CD68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01D7D-7032-CBA7-3FD0-C7752B59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4194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6CC71-2D2F-1176-39E6-3369FD336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44" y="365126"/>
            <a:ext cx="10973656" cy="44180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8C936-09EB-55DD-F43E-827E85F5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428A9-5095-F473-7381-2CC5C2D57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534359-594A-B7E1-269A-2FD25EC79C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254" y="1366715"/>
            <a:ext cx="6780944" cy="412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67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ADF64-6E17-8114-064D-968C0ED6A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914398" y="136525"/>
            <a:ext cx="10123715" cy="67184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Technologies Used: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A52CD-D69F-E88C-395A-E5A627726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59851-2C8A-FEE0-0DE3-DF5A82B2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7F09CE6-D366-3423-5312-BEBB78011A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399" y="894446"/>
            <a:ext cx="10439400" cy="5375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user interface is developed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forms to add patient details, doctor information, and appointment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frontend communicates with the backend using API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Implementation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server-side application is developed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Express.js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handles API requests from the frontend.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processes user actions such as adding, updating, and retrieving hospital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r>
              <a:rPr lang="en-US" sz="2000" b="1" dirty="0"/>
              <a:t>Database Implementation</a:t>
            </a:r>
            <a:endParaRPr lang="en-US" sz="2000" dirty="0"/>
          </a:p>
          <a:p>
            <a:r>
              <a:rPr lang="en-US" sz="2000" dirty="0"/>
              <a:t>The system uses MongoDB to store and manage data.</a:t>
            </a:r>
          </a:p>
          <a:p>
            <a:r>
              <a:rPr lang="en-US" sz="2000" dirty="0"/>
              <a:t>Patient records, doctor information, and appointment details are stored in collections.</a:t>
            </a:r>
          </a:p>
          <a:p>
            <a:r>
              <a:rPr lang="en-US" sz="2000" dirty="0"/>
              <a:t>The database ensures secure and efficient data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652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F804-EC1B-D87E-0EAB-DB85B0429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146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5C9F2-38C7-46DC-E295-21227658E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05" y="595900"/>
            <a:ext cx="10798996" cy="5095983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457200" lvl="1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B0DC3-5C77-A871-F4EA-74E2A976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C7C895-8BBB-097C-C813-F1871192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E733D9-7BDE-8E2E-FB7B-522AE4E2B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254" y="1078788"/>
            <a:ext cx="4407613" cy="43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84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ABCA9-B257-A9F4-41B8-EFB2D95D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82" y="568433"/>
            <a:ext cx="10829818" cy="551450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9C567-A7ED-965A-DB21-29D479C5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F2E5E1-E7EF-D2F0-7DDC-3F6583F6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4122D6-4675-7B7E-CBE8-3143D9CD4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7286" y="568325"/>
            <a:ext cx="5712432" cy="502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36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169" y="161428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72277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    https://github.com/Ruchi612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7328</TotalTime>
  <Words>1309</Words>
  <Application>Microsoft Office PowerPoint</Application>
  <PresentationFormat>Widescreen</PresentationFormat>
  <Paragraphs>179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 Products and Services</vt:lpstr>
      <vt:lpstr>Working Domain or Technologies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Technologies Used:</vt:lpstr>
      <vt:lpstr>System Implementation</vt:lpstr>
      <vt:lpstr> 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ruchitham637@gmail.com</cp:lastModifiedBy>
  <cp:revision>720</cp:revision>
  <dcterms:created xsi:type="dcterms:W3CDTF">2022-10-14T07:18:17Z</dcterms:created>
  <dcterms:modified xsi:type="dcterms:W3CDTF">2026-04-25T08:31:09Z</dcterms:modified>
</cp:coreProperties>
</file>